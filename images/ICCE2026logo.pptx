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age"/>
          <p:cNvPicPr>
            <a:picLocks noChangeAspect="1"/>
          </p:cNvPicPr>
          <p:nvPr/>
        </p:nvPicPr>
        <p:blipFill>
          <a:blip r:embed="rId1"/>
          <a:srcRect r="73245" b="18204"/>
          <a:stretch>
            <a:fillRect/>
          </a:stretch>
        </p:blipFill>
        <p:spPr>
          <a:xfrm>
            <a:off x="0" y="1969135"/>
            <a:ext cx="3261995" cy="2388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5470" y="4414520"/>
            <a:ext cx="40640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Arial Black" panose="020B0A04020102020204" charset="0"/>
                <a:cs typeface="Arial Black" panose="020B0A04020102020204" charset="0"/>
              </a:rPr>
              <a:t>3</a:t>
            </a:r>
            <a:r>
              <a:rPr lang="en-US" altLang="zh-CN" sz="1500">
                <a:latin typeface="Arial Black" panose="020B0A04020102020204" charset="0"/>
                <a:cs typeface="Arial Black" panose="020B0A04020102020204" charset="0"/>
              </a:rPr>
              <a:t>rd LLM-Edu Workshop</a:t>
            </a:r>
            <a:endParaRPr lang="en-US" altLang="zh-CN" sz="15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66770" y="2107565"/>
            <a:ext cx="82169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  <a:t>The 3</a:t>
            </a:r>
            <a: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  <a:t>rd Workshop on Large Language Models in Education at ICCE 2025</a:t>
            </a:r>
            <a:endParaRPr lang="en-US" altLang="zh-CN" sz="3600">
              <a:latin typeface="Arial Black" panose="020B0A04020102020204" charset="0"/>
              <a:cs typeface="Arial Black" panose="020B0A04020102020204" charset="0"/>
            </a:endParaRPr>
          </a:p>
          <a:p>
            <a:pPr algn="just"/>
            <a:r>
              <a:rPr lang="en-US" altLang="zh-CN" sz="3600">
                <a:latin typeface="+mj-lt"/>
                <a:cs typeface="+mj-lt"/>
              </a:rPr>
              <a:t>(3rd LLM-Edu Workshop)</a:t>
            </a:r>
            <a:endParaRPr lang="en-US" altLang="zh-CN" sz="3600">
              <a:latin typeface="+mj-lt"/>
              <a:cs typeface="+mj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文字</Application>
  <PresentationFormat>宽屏</PresentationFormat>
  <Paragraphs>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Arial Black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阿阿阿桐童彤</cp:lastModifiedBy>
  <cp:revision>156</cp:revision>
  <dcterms:created xsi:type="dcterms:W3CDTF">2026-06-09T13:56:18Z</dcterms:created>
  <dcterms:modified xsi:type="dcterms:W3CDTF">2026-06-09T13:56:18Z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A9EC5627D3F747F2821B286A9E6D7903_43</vt:lpwstr>
  </property>
</Properties>
</file>